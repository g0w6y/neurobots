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NATIONAL LEVEL HACKATHON 2026 · ROUND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BF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NeuroBots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API Security Gateway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2128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— Cybersecurity / AI-Powered API Security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10908792" cy="0"/>
          </a:xfrm>
          <a:prstGeom prst="line">
            <a:avLst/>
          </a:prstGeom>
          <a:noFill/>
          <a:ln w="12700">
            <a:solidFill>
              <a:srgbClr val="2733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F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Gouri Sankar 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648456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repo owner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858768"/>
            <a:ext cx="5349240" cy="0"/>
          </a:xfrm>
          <a:prstGeom prst="line">
            <a:avLst/>
          </a:prstGeom>
          <a:noFill/>
          <a:ln w="12700">
            <a:solidFill>
              <a:srgbClr val="2733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338328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F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Jeevan George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63640" y="3648456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3858768"/>
            <a:ext cx="5349240" cy="0"/>
          </a:xfrm>
          <a:prstGeom prst="line">
            <a:avLst/>
          </a:prstGeom>
          <a:noFill/>
          <a:ln w="12700">
            <a:solidFill>
              <a:srgbClr val="2733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50208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F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Melwin Santhosh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4215384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5349240" cy="0"/>
          </a:xfrm>
          <a:prstGeom prst="line">
            <a:avLst/>
          </a:prstGeom>
          <a:noFill/>
          <a:ln w="12700">
            <a:solidFill>
              <a:srgbClr val="2733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3950208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F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Nirmal Josekutty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63640" y="4215384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DevOps / Frontend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4425696"/>
            <a:ext cx="5349240" cy="0"/>
          </a:xfrm>
          <a:prstGeom prst="line">
            <a:avLst/>
          </a:prstGeom>
          <a:noFill/>
          <a:ln w="12700">
            <a:solidFill>
              <a:srgbClr val="2733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1713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F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Aleena Shaji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4782312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992624"/>
            <a:ext cx="5349240" cy="0"/>
          </a:xfrm>
          <a:prstGeom prst="line">
            <a:avLst/>
          </a:prstGeom>
          <a:noFill/>
          <a:ln w="12700">
            <a:solidFill>
              <a:srgbClr val="2733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451713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F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Mariya Liss Mathachen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63640" y="4782312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4992624"/>
            <a:ext cx="5349240" cy="0"/>
          </a:xfrm>
          <a:prstGeom prst="line">
            <a:avLst/>
          </a:prstGeom>
          <a:noFill/>
          <a:ln w="12700">
            <a:solidFill>
              <a:srgbClr val="2733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989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BF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SJCET PALAI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62636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github.com/g0w6y/NeuroBots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5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 request from a real user is not the same as an authorized one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5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54480" y="1965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problem are we solving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4920" y="1947672"/>
            <a:ext cx="6492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traffic is the largest attack surface in modern software. Most gateways enforce static rules — rate limits, schema checks — but can't see behavior: a correctly signed request from a real logged-in user reaching for data that isn't theirs (BOLA), or a slow, distributed attack that never trips a single fixed threshold.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008376"/>
            <a:ext cx="10908792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6440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5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326440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3246120"/>
            <a:ext cx="6492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Object Level Authorization is OWASP's #1 API risk — the exact pattern behind real breaches like T-Mobile and Optus. Signature-based WAFs see a technically valid request and let it through. The danger is in the context, not the shape.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306824"/>
            <a:ext cx="10908792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56285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5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456285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this is for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4544568"/>
            <a:ext cx="6492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and security teams at API-first companies — fintech, healthcare, SaaS — who need real-time authorization enforcement in front of their APIs, without rewriting the APIs themselves.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NeuroBots  ·  Round 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1274552" y="6565392"/>
            <a:ext cx="27432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5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Zero-Trust gateway that decides in real time — not just a rule filter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is inspected before it reaches the real API, and decided using deterministic rules together with trained ML behavioral models.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47088"/>
            <a:ext cx="694944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9339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975104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request pipeline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3000" y="2258568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validation, rate limiting, BOLA/BFLA authorization, ML + rule risk scoring, policy decision, response masking, async learning loop.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642616"/>
            <a:ext cx="694944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7063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752344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Dual-engine corroboration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43000" y="3035808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engine and a real IsolationForest/Markov/graph model must corroborate before a soft signal alone can block a request.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694944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4787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3529584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mitigation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3000" y="3813048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Repeat-offender identities and IPs get an automatic, self-expiring cooldown — no human in the loop.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197096"/>
            <a:ext cx="694944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32511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4306824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API hardening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3000" y="4590288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resource is hit from multiple distinct sources, its own security posture is raised automatically — without punishing one innocent user.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974336"/>
            <a:ext cx="694944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10235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5084064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reporting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3000" y="5367528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on demand, directly from real audit data.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5751576"/>
            <a:ext cx="694944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87959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5861304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decisions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43000" y="6144768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~4ms measured under real load — inside the 15ms budget.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09560" y="1444752"/>
            <a:ext cx="3639312" cy="4846320"/>
          </a:xfrm>
          <a:prstGeom prst="rect">
            <a:avLst/>
          </a:prstGeom>
          <a:solidFill>
            <a:srgbClr val="10233F"/>
          </a:solidFill>
          <a:ln/>
        </p:spPr>
      </p:sp>
      <p:sp>
        <p:nvSpPr>
          <p:cNvPr id="30" name="Text 28"/>
          <p:cNvSpPr/>
          <p:nvPr/>
        </p:nvSpPr>
        <p:spPr>
          <a:xfrm>
            <a:off x="8183880" y="1691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MAKES IT DIFFERENT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83880" y="214884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FBF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"AI security" demos fake the AI. Ours is real, trained, and verified end to end — including an anti-poisoning rule: a confirmed attacker's traffic is logged, never used to retrain the baseline.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8183880" y="3346704"/>
            <a:ext cx="3108960" cy="0"/>
          </a:xfrm>
          <a:prstGeom prst="line">
            <a:avLst/>
          </a:prstGeom>
          <a:noFill/>
          <a:ln w="12700">
            <a:solidFill>
              <a:srgbClr val="2733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83880" y="3547872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FBF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hardening is not a standard API gateway feature. It's a genuinely new defense layer, with anti-gaming built in so a forged token can't manufacture "distinct attackers" to weaponize it.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8183880" y="4745736"/>
            <a:ext cx="3108960" cy="0"/>
          </a:xfrm>
          <a:prstGeom prst="line">
            <a:avLst/>
          </a:prstGeom>
          <a:noFill/>
          <a:ln w="12700">
            <a:solidFill>
              <a:srgbClr val="2733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83880" y="4946904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FBF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transparency by design — every block carries the OWASP category, the MITRE ATT&amp;CK technique, and a plain-language reason. Never a bare "denied."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NeuroBots  ·  Round 2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1274552" y="6565392"/>
            <a:ext cx="27432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5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request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1426464" cy="841248"/>
          </a:xfrm>
          <a:prstGeom prst="rect">
            <a:avLst/>
          </a:prstGeom>
          <a:solidFill>
            <a:srgbClr val="F6F7FA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13350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281428" y="1508760"/>
            <a:ext cx="1426464" cy="841248"/>
          </a:xfrm>
          <a:prstGeom prst="rect">
            <a:avLst/>
          </a:prstGeom>
          <a:solidFill>
            <a:srgbClr val="F6F7FA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27148" y="1508760"/>
            <a:ext cx="13350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31336" y="1508760"/>
            <a:ext cx="1426464" cy="841248"/>
          </a:xfrm>
          <a:prstGeom prst="rect">
            <a:avLst/>
          </a:prstGeom>
          <a:solidFill>
            <a:srgbClr val="F6F7FA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1508760"/>
            <a:ext cx="13350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 / BFLA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81244" y="1508760"/>
            <a:ext cx="1426464" cy="841248"/>
          </a:xfrm>
          <a:prstGeom prst="rect">
            <a:avLst/>
          </a:prstGeom>
          <a:solidFill>
            <a:srgbClr val="F6F7FA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26964" y="1508760"/>
            <a:ext cx="13350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(Rule + ML)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31152" y="1508760"/>
            <a:ext cx="1426464" cy="841248"/>
          </a:xfrm>
          <a:prstGeom prst="rect">
            <a:avLst/>
          </a:prstGeom>
          <a:solidFill>
            <a:srgbClr val="F6F7FA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76872" y="1508760"/>
            <a:ext cx="13350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481060" y="1508760"/>
            <a:ext cx="1426464" cy="841248"/>
          </a:xfrm>
          <a:prstGeom prst="rect">
            <a:avLst/>
          </a:prstGeom>
          <a:solidFill>
            <a:srgbClr val="F6F7FA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26780" y="1508760"/>
            <a:ext cx="13350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030968" y="1508760"/>
            <a:ext cx="1426464" cy="841248"/>
          </a:xfrm>
          <a:prstGeom prst="rect">
            <a:avLst/>
          </a:prstGeom>
          <a:solidFill>
            <a:srgbClr val="F6F7FA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76688" y="1508760"/>
            <a:ext cx="13350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Loop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57984" y="1929384"/>
            <a:ext cx="123444" cy="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707892" y="1929384"/>
            <a:ext cx="123444" cy="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257800" y="1929384"/>
            <a:ext cx="123444" cy="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07708" y="1929384"/>
            <a:ext cx="123444" cy="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357616" y="1929384"/>
            <a:ext cx="123444" cy="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907524" y="1929384"/>
            <a:ext cx="123444" cy="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40080" y="251460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(BOLA ownership, rate limits, escalation, hardening) lives in Redis · durable alerts and incidents are written to PostgreSQL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3063240"/>
            <a:ext cx="10908792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2461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5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 STACK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080" y="3584448"/>
            <a:ext cx="2606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97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Python, FastAPI, uvicorn</a:t>
            </a:r>
            <a:endParaRPr lang="en-US" sz="97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97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React, Vite</a:t>
            </a:r>
            <a:endParaRPr lang="en-US" sz="97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97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— Redis</a:t>
            </a:r>
            <a:endParaRPr lang="en-US" sz="97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97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— PostgreSQL</a:t>
            </a:r>
            <a:endParaRPr lang="en-US" sz="97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97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— Docker / docker-compose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3419856" y="32461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5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MODELS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19856" y="3584448"/>
            <a:ext cx="2606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97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Per-entity IsolationForest (scikit-learn)</a:t>
            </a:r>
            <a:endParaRPr lang="en-US" sz="97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97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chain sequence modeling</a:t>
            </a:r>
            <a:endParaRPr lang="en-US" sz="97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97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bipartite access graph</a:t>
            </a:r>
            <a:endParaRPr lang="en-US" sz="97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97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LLM decides any verdict — reports use deterministic templates</a:t>
            </a:r>
            <a:endParaRPr lang="en-US" sz="970" dirty="0"/>
          </a:p>
        </p:txBody>
      </p:sp>
      <p:sp>
        <p:nvSpPr>
          <p:cNvPr id="30" name="Text 28"/>
          <p:cNvSpPr/>
          <p:nvPr/>
        </p:nvSpPr>
        <p:spPr>
          <a:xfrm>
            <a:off x="6199632" y="32461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5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99632" y="3584448"/>
            <a:ext cx="2606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97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API-first — every capability is an HTTP endpoint</a:t>
            </a:r>
            <a:endParaRPr lang="en-US" sz="97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97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admin endpoints</a:t>
            </a:r>
            <a:endParaRPr lang="en-US" sz="97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97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/admin/alerts · /admin/metrics · /admin/hardening</a:t>
            </a:r>
            <a:endParaRPr lang="en-US" sz="97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97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/admin/executive-report · /admin/ml-status · /admin/incidents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8979408" y="32461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5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  ·  HARDWARE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979408" y="3584448"/>
            <a:ext cx="2606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97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durable, auto-schema on startup</a:t>
            </a:r>
            <a:endParaRPr lang="en-US" sz="97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97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— shared state, self-healing reconnect</a:t>
            </a:r>
            <a:endParaRPr lang="en-US" sz="97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97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— none. Pure software, no hardware dependency.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NeuroBots  ·  Round 2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1274552" y="6565392"/>
            <a:ext cx="27432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5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PROGRESS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Verified, not estimated — every number below is reproducible from the repo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6809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27632"/>
            <a:ext cx="16809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5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16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13232" y="2121408"/>
            <a:ext cx="15346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classes detected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2485644" y="1508760"/>
            <a:ext cx="16809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5644" y="1627632"/>
            <a:ext cx="16809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5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18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558796" y="2121408"/>
            <a:ext cx="15346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requests allowed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4331208" y="1508760"/>
            <a:ext cx="16809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31208" y="1627632"/>
            <a:ext cx="16809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5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404360" y="2121408"/>
            <a:ext cx="15346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6176772" y="1508760"/>
            <a:ext cx="16809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6772" y="1627632"/>
            <a:ext cx="16809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5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249924" y="2121408"/>
            <a:ext cx="15346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passing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8022336" y="1508760"/>
            <a:ext cx="16809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2336" y="1627632"/>
            <a:ext cx="16809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5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/ 44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095488" y="2121408"/>
            <a:ext cx="15346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contract checks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9867900" y="1508760"/>
            <a:ext cx="16809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67900" y="1627632"/>
            <a:ext cx="16809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5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~4ms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941052" y="2121408"/>
            <a:ext cx="15346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latency (15ms budget)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640080" y="272491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10 OWASP API Top 10 categories covered  —  API10 not applicable (this gateway does not consume third-party APIs)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200400"/>
            <a:ext cx="10908792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364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5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ACTUALLY BUILT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37490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3730752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backend gateway — JWT validation, BOLA/BFLA, rate limiting, adaptive step-up auth, risk scoring, autonomous mitigation, autonomous hardening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663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645152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ML pipeline — trained models, live risk scores, verified as actually consumed by gateway decisions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37490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3730752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dashboard — live threat feed, risk gauge, MITRE matrix, entity table, API inventory, access control view, threat-hunting view — all reading real gateway data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4663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4645152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in transit, self-healing Redis / Postgres reconnect, horizontal scaling run with 3 worker processes and verified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github.com/g0w6y/NeuroBots  ·  ARCHITECTURE.md · DEPLOYMENT.md · PERFORMANCE.md · DEMO.md · backend/MEMORY.md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NeuroBots  ·  Round 2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1274552" y="6565392"/>
            <a:ext cx="27432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F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attack, blocked live — not a screen recording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SEQUENCE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1901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9019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F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Redis and PostgreSQL (Docker)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322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32257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F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demo upstream API, the gateway, and the ML worker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F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frontend dashboard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1638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316382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F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real attack simulator — real HTTP requests, no fake data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584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5844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F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dashboard update live with real detections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5486400" cy="0"/>
          </a:xfrm>
          <a:prstGeom prst="line">
            <a:avLst/>
          </a:prstGeom>
          <a:noFill/>
          <a:ln w="12700">
            <a:solidFill>
              <a:srgbClr val="2733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copy-paste commands are in DEMO.md, verified from a clean slate.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37960" y="1554480"/>
            <a:ext cx="5010912" cy="4663440"/>
          </a:xfrm>
          <a:prstGeom prst="rect">
            <a:avLst/>
          </a:prstGeom>
          <a:solidFill>
            <a:srgbClr val="162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TO SHOW LIVE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12280" y="221284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BF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BOLA attack — one user reaching for another's data — blocked instantly, with the exact reason shown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12280" y="2880360"/>
            <a:ext cx="4480560" cy="0"/>
          </a:xfrm>
          <a:prstGeom prst="line">
            <a:avLst/>
          </a:prstGeom>
          <a:noFill/>
          <a:ln w="12700">
            <a:solidFill>
              <a:srgbClr val="2733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3008376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BF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dashboard's live threat feed populating in real time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12280" y="3675888"/>
            <a:ext cx="4480560" cy="0"/>
          </a:xfrm>
          <a:prstGeom prst="line">
            <a:avLst/>
          </a:prstGeom>
          <a:noFill/>
          <a:ln w="12700">
            <a:solidFill>
              <a:srgbClr val="2733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3803904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BF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/admin/executive-report — a real, generated summary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12280" y="4471416"/>
            <a:ext cx="4480560" cy="0"/>
          </a:xfrm>
          <a:prstGeom prst="line">
            <a:avLst/>
          </a:prstGeom>
          <a:noFill/>
          <a:ln w="12700">
            <a:solidFill>
              <a:srgbClr val="2733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459943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BF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/admin/hardening — proof autonomous hardening is live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12280" y="5266944"/>
            <a:ext cx="4480560" cy="0"/>
          </a:xfrm>
          <a:prstGeom prst="line">
            <a:avLst/>
          </a:prstGeom>
          <a:noFill/>
          <a:ln w="12700">
            <a:solidFill>
              <a:srgbClr val="2733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539496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BF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 simulator's own scorecard: 16 / 16 detected, 0 false positives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NeuroBots  ·  Round 2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1274552" y="6565392"/>
            <a:ext cx="274320" cy="0"/>
          </a:xfrm>
          <a:prstGeom prst="line">
            <a:avLst/>
          </a:prstGeom>
          <a:noFill/>
          <a:ln w="12700">
            <a:solidFill>
              <a:srgbClr val="2733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5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CHALLENGES &amp; NEXT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hard, what's left, and the plan before the final round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5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CHALLENGES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detection strictness against false positives — required building a corroboration rule (2+ independent signals needed before a soft signal alone can block) after a real near-miss.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640080" y="2898648"/>
            <a:ext cx="512064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044952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autonomous resource hardening safe against being weaponized against real users — a genuine anti-gaming design, not just a feature that "works" in the demo.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512064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123944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parallel work from multiple team members on the same codebase without losing anyone's contributions.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6355080" y="16002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5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 WORK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55080" y="19202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11112" y="191109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and load testing beyond the current verified scale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248716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11112" y="247802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Secrets-manager integration tested against real cloud infrastructure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305409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11112" y="304495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push across multiple gateway workers (currently polls — still correct)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3694176"/>
            <a:ext cx="521208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87705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5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BEFORE FINAL ROUND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55080" y="4215384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11112" y="42062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Load-test at production-representative scale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4782312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11112" y="477316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OAuth flow support if the next round's scope calls for 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534924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11112" y="5340096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bonus directions if time allows — LLM-assisted threat hunting with strict guardrails, graph neural networks (deliberately not built yet, to avoid overclaiming)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NeuroBots  ·  Round 2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1274552" y="6565392"/>
            <a:ext cx="27432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F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 the exact attack pattern behind real, large data breaches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3754" cy="2331720"/>
          </a:xfrm>
          <a:prstGeom prst="rect">
            <a:avLst/>
          </a:prstGeom>
          <a:solidFill>
            <a:srgbClr val="16233D"/>
          </a:solidFill>
          <a:ln w="12700">
            <a:solidFill>
              <a:srgbClr val="2733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83080"/>
            <a:ext cx="22745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USERS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04672" y="2148840"/>
            <a:ext cx="227457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BF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product teams — fintech, healthcare, SaaS, and internal enterprise APIs.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08426" y="1600200"/>
            <a:ext cx="2603754" cy="2331720"/>
          </a:xfrm>
          <a:prstGeom prst="rect">
            <a:avLst/>
          </a:prstGeom>
          <a:solidFill>
            <a:srgbClr val="16233D"/>
          </a:solidFill>
          <a:ln w="12700">
            <a:solidFill>
              <a:srgbClr val="2733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73018" y="1783080"/>
            <a:ext cx="22745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SCALABILITY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573018" y="2148840"/>
            <a:ext cx="227457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BF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horizontally scalable. BOLA ownership, rate limits, escalation and hardening state live in Redis so multiple gateway instances share one consistent view — run with multiple worker processes and confirmed correct.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6772" y="1600200"/>
            <a:ext cx="2603754" cy="2331720"/>
          </a:xfrm>
          <a:prstGeom prst="rect">
            <a:avLst/>
          </a:prstGeom>
          <a:solidFill>
            <a:srgbClr val="16233D"/>
          </a:solidFill>
          <a:ln w="12700">
            <a:solidFill>
              <a:srgbClr val="2733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1364" y="1783080"/>
            <a:ext cx="22745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IMPACT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41364" y="2148840"/>
            <a:ext cx="227457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BF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breach risk and cost from BOLA, the exact class behind real incidents — and cuts security-team triage load with mitigation and hardening that act before a human has to.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45118" y="1600200"/>
            <a:ext cx="2603754" cy="2331720"/>
          </a:xfrm>
          <a:prstGeom prst="rect">
            <a:avLst/>
          </a:prstGeom>
          <a:solidFill>
            <a:srgbClr val="16233D"/>
          </a:solidFill>
          <a:ln w="12700">
            <a:solidFill>
              <a:srgbClr val="2733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09710" y="1783080"/>
            <a:ext cx="22745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 IMPACT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09710" y="2148840"/>
            <a:ext cx="227457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BF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end-user data without adding friction for legitimate users — 0 false positives across the full test suite.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10908792" cy="0"/>
          </a:xfrm>
          <a:prstGeom prst="line">
            <a:avLst/>
          </a:prstGeom>
          <a:noFill/>
          <a:ln w="12700">
            <a:solidFill>
              <a:srgbClr val="2733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SCOPE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73659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718304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F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threat hunting — same "never let it decide a verdict" principle already applied elsewhere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17550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5157216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F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networks for deeper relationship anomaly detection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561441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559612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F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AI-directed penetration testing to continuously validate the gateway itself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NeuroBots  ·  Round 2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274552" y="6565392"/>
            <a:ext cx="274320" cy="0"/>
          </a:xfrm>
          <a:prstGeom prst="line">
            <a:avLst/>
          </a:prstGeom>
          <a:noFill/>
          <a:ln w="12700">
            <a:solidFill>
              <a:srgbClr val="2733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2026-08-08T02:53:04Z</dcterms:created>
  <dcterms:modified xsi:type="dcterms:W3CDTF">2026-08-08T02:53:04Z</dcterms:modified>
</cp:coreProperties>
</file>